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  ·  PART 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12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Models to Systems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Deployment as the modeling problem.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Tuesday outage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comma-separated string broke every score.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429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0911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Risk-scoring service live three weeks.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On-call sees the review queue TRIPLE overnight.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Offline accuracy — unchanged.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Cause:  registrar export now sends  enrolled_courses  as a comma-separated STRING instead of a LIST.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Feature pipeline silently sets count to 0.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Every student looks under-enrolled.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5989320"/>
            <a:ext cx="4876495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0807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becomes a SYSTEM when someone has to be able to turn it off on a Tuesday afternoon — and still serve the next student in line.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Running case — assistant as a SERVICE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clean demo to messy workflow.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COURSE-SUPPORT ASSISTANT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Routes messages · drafts bounded answers · escalates uncertain cases.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29768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review queue DOUBLES.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cites a policy rewritten THAT MORNING.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DETECTOR  (contrast)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Latency budget · false-alarm tolerance · conservative fallback.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2976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34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MODEL failures.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six moves of system READINESS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the model becomes a service.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Requirements &amp; SLOs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objective vs model objective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 contracts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Training-serving skew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Thresholds as policies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· selective prediction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Monitoring &amp; rollback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· skew · auto-revert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Staged release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· canary · A/B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Readiness brief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book's final deliverable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objective vs SERVICE objective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optimization problems.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4747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Minimize loss.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Maximize held-out metric.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429768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number on a clean dataset.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4747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OBJECTIVE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Improve a WORKFLOW within latency, capacity, contract, and rollback constraints.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95360" y="42976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34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assistant — institution wants ADVISOR CAPACITY preserved, not confidence scores.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 improved.  The service did not.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SLOs — make the objective OPERATIONAL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numbers.  Not hopes.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Max RESPONSE LATENCY on routine questions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1277295" cy="62179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52928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5292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852928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Min ESCALATION RECALL on high-risk slices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1127729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11296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11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511296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Max review BACKLOG  /  day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69664"/>
            <a:ext cx="11277295" cy="62179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69664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696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169664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Min grounded-CITATION coverage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828032"/>
            <a:ext cx="1127729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828032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82803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4828032"/>
            <a:ext cx="104543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Max SEVERE-ERROR rate before rollback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5852160"/>
            <a:ext cx="11277295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852160"/>
            <a:ext cx="41148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852160"/>
            <a:ext cx="11048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the team cannot NAME the SLOs — it is too early to judge whether a threshold is good.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Operational requirements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secondary details — they change which MODEL CLASS fits.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 operational requirement is a CONCRETE CONDITION the service must satisfy — latency bound, review capacity, minimum recall, mandatory fallback.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p50 · p95 · p99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07738" y="333756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7738" y="333756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0618" y="347472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90618" y="39319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req/s · peak hour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58277" y="333756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8277" y="333756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1157" y="347472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CAPACITY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1157" y="39319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size · staff hours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84632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834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· GPU · token spend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07738" y="484632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07738" y="484632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0618" y="49834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90618" y="544068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uptime · graceful failure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58277" y="4846320"/>
            <a:ext cx="3576218" cy="14173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8277" y="4846320"/>
            <a:ext cx="54864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1157" y="49834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41157" y="544068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 · explanations · records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Queue capacity sets the THRESHOLD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in isolation. Failing in practice.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q_{t+1}  =  max( 0 ,  q_t  +  a(τ)  −  r )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7729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371600"/>
                <a:gridCol w="42976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(review rate r = 30)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LOOSE  (a = 36)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 (unbounded)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STRICT (a = 24)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(clears)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5349240"/>
            <a:ext cx="41148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349240"/>
            <a:ext cx="11048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Stricter threshold automates FEWER medium-risk cases — but it's the queue the org can actually PROCESS. The cautious-looking choice becomes the failing service.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Little's Law in one 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× wait · in steady state.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 =  λ  ·  W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77295" cy="2606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41148" cy="2606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8620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TRAP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251960"/>
            <a:ext cx="110486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Average backlog L  =  arrival rate λ  ·  average wait 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λ is CLOSE to capacity r — L blows up even though MEANS are balanced.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Variance-driven queue growth catches teams by surprise.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Training-serving SKEW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file looks fine — the service drifted.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Training-serving skew  =  MISMATCH between the training and serving feature pipelines.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z̃  =  ( σ_tr / σ_sv ) · z  +  ( μ_tr − μ_sv ) / σ_sv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937760"/>
            <a:ext cx="11277295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937760"/>
            <a:ext cx="41148" cy="1508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8348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linear-score boundary MOVES — even though the WEIGHTS are unchanged.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5440680"/>
            <a:ext cx="11048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Sculley et al. 2015 — “hidden technical debt in ML systems.”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 skew · 10% drift moves the threshold 1.5 units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artifact · different policy.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 —  μ = 50 · σ = 10 · w = 1 · b = −0.5    →   x*  =  55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 silently uses  μ = 51 · σ = 11   →   x̃*  =  56.5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1277295" cy="2788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57600"/>
            <a:ext cx="41148" cy="2788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033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110486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retraining.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log entry.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model-file change.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chain of ARITHMETIC that nobody checked at deployment time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has just CHANGED THE POLICY.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Retrieval contract bug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evidence  ·  confident answer.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4688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INDEX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Current-semester policy chunks.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Course / term metadata attached.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24688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INDEX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Mixes last-semester pages.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Drops part of the metadata.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11277295" cy="14173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029200"/>
            <a:ext cx="41148" cy="1417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7492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11048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Same question retrieves OUTDATED late-policy passage. A case that SHOULD have been escalated gets a CONFIDENT stale answer.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language model weights are fine. The EVIDENCE CONTRACT broke.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Thresholds are POLICIES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becomes ACTION.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9184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TRADES OFF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FP · FN · workload · risk.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High-stakes screening needs a different threshold + mandatory review.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2918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PREDICTION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actions — ANSWER · REFUSE · ESCALATE.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Not just positive vs negative.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Selective prediction — the model predicts ONLY when confident.  It DEFERS otherwise.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Selective prediction — math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selective risk.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  =  E[ a(x) ]            R_φ  =  E[ a(x) · ℓ ]  /  E[ a(x) 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1277295" cy="26974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41148" cy="2697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9476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100 messages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11048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routine  →  automate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moderate  →  defer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high-risk  →  ESCALATE regardless of score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  =  0.60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severe-error rate than forced full automation.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Monitoring after deployment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DRIFTS.  Assumptions don't.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Missing fields · schema · extremes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19456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33172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5888" y="274320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Per-feature · per-prediction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BEHAVIOR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Scores · abstentions · subgroup gaps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3008" y="352044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3008" y="352044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365760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DYNAMICS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5888" y="406908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Ranked systems · item-distribution entropy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84632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98348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METRICS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39496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Latency · throughput · backlog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33008" y="4846320"/>
            <a:ext cx="5501488" cy="1234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3008" y="484632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5888" y="4983480"/>
            <a:ext cx="513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METRICS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5888" y="5394960"/>
            <a:ext cx="513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labels eventually arrive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26364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Support-assistant — policy-retrieval HIT RATE · citation COVERAGE · ESCALATION by subgroup · OVERRIDE rate · COMPLAINT rate.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Drift statistics — PSI &amp; 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Hunch becomes ALERT.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29260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( q_k − p_k ) · log( q_k / p_k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&lt; 0.1  no shift   ·   0.1–0.25  investigate   ·   &gt; 0.25  retrain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5486400" cy="29260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834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sup_x  |  F_P(x) − F_Q(x)  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749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Distribution-free · two-sample CDF comparison.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349240"/>
            <a:ext cx="11277295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349240"/>
            <a:ext cx="41148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34924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— PSI = 0.13  on lecture-video minutes  →  INVESTIGATE  (new schedule), do NOT retrain yet.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5852160"/>
            <a:ext cx="11048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“The distribution has shifted” should be a TRACKED metric with a threshold — not a meeting comment.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Shadow mode and canary release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blast radius.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6576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New model runs on LIVE inputs.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Outputs LOGGED · not served.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29768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missing fields · stale joins · calibration drift · review-load surprises.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6576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 fraction of REAL traffic.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Close monitoring of severe-error indicators.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29768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3484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damage while testing whether deployment assumptions survive production.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Staged release is not about celebrating partial launches — it's about LIMITING DAMAGE.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A/B tests · MDE · peeking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BEFORE the experiment.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≈  ( z_{1−α/2}·√(2p̄(1−p̄))  +  z_{1−β}·√(p_A(1−p_A) + p_B(1−p_B)) )²  /  Δ²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5486400" cy="2377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QUADRUPLES  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Power is expensive.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5486400" cy="2377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65760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251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10× under α = 0.05  →  type-I  &gt;  0.20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5166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Pre-commit horizon OR use sequential boundaries.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SUTVA breaks in networked settings — cluster or switchback designs.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Human-in-the-loop is a DESIGN — not a sprinkle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&gt; either alone — when arranged right.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NEEDS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31190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score · REASON for referral · relevant EVIDENCE · allowed ACTIONS.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32004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6338" y="2834640"/>
            <a:ext cx="31190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Automation bias (worse when model is usually right)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Overload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Asymmetric override friction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3200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86877" y="2834640"/>
            <a:ext cx="31190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Itself a DIAGNOSTIC.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95% override → weak model OR wrong escalation rule OR biased interface.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Presenting uncertainty to humans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part of the system.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PROBABILITY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"0.70"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Hard to interpret · easy to misread.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FRAME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90618" y="2834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"7 out of 10"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7033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Easier to reason about.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41157" y="283464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filled bar (70%)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70332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Best for at-a-glance dashboards.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77295" cy="1783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663440"/>
            <a:ext cx="41148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0916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ESCALATION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074920"/>
            <a:ext cx="11048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categories  (confident / uncertain / abstain)  often BEAT raw 0.70 vs 0.85.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Show the TRIGGER REASON · not just the score. The interface IS the system contract.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NOT to build an AI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Restraint as engineering.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RULES WIN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Narrow input.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Well-specified behavior.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8109" y="438912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31190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cheaper. Audit is easier.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LACKS THE INFRASTRUCTURE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292608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feature checks.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review capacity.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 clear ownership.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38648" y="438912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4526280"/>
            <a:ext cx="31190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becomes an orphan in 6 months.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6576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OUTPACE EVIDENCE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41157" y="2926080"/>
            <a:ext cx="32104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Severe consequences.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Current capability not auditable.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89186" y="438912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4526280"/>
            <a:ext cx="31190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is a TECHNICAL CONCLUSION.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“Do not launch” must be AVAILABLE as a technical conclusion — not a default reward for finishing a model.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Worked walkthrough — course support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turns a REQUIREMENT into a NUMBER.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&lt; 2 s p95  ·  queue ≤ 30/day  ·  URGENT recall ≥ 0.85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11277295" cy="566928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07208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072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807208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 scaler version against skew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1127729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19856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198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419856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 τ_strict (a = 24)  over  τ_loose (a = 36)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32504"/>
            <a:ext cx="11277295" cy="566928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32504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325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032504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PSI = 0.13  →  INVESTIGATE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645152"/>
            <a:ext cx="1127729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645152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6451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4645152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A/B needs ~63 per arm  →  5-day window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257800"/>
            <a:ext cx="11277295" cy="566928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5780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578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2578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Auto-rollback at −0.02 accuracy in any 1-hour bucket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Every section's machinery PRODUCES a number — and every number CONSTRAINS the next decision.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·  FROM MODELS TO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System Readiness Brief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rows that GATE launch.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specified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&amp; primary user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system decides · for whom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Operational requirement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· capacity · recall · mandatory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Input contract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· units · missingness · provenance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Model + fallback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model · graceful-degradation 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Operating policy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· abstention · escalation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Release plan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· canary · A/B · success 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Human review path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interface · override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Monitoring &amp; rollback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· thresholds · auto-revert triggers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Owner + no-launch trigger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owner · pre-committed conditions to halt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— primary user is the student-support org. NO-LAUNCH trigger: unresolved failure on visa / accommodation / crisis slices.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model is a function.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system is a CONTRACT.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and queue capacity decide thresholds — not P/R alone.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Training-serving SKEW silently breaks “validated” models.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release earns its way through shadow → canary → A/B.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or narrowing launch is honest engineering.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standard is not “can I train a model?” — it's “can I build a SYSTEM that improves the real task?”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infra — registry · feature store · distillation · quantization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Bandits &amp; online learning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book's closing arc — back to the framing memo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System Readiness Brief for the same case as your Reliability Review Card. Name ONE sentence from your Ch. 1 framing memo that is now CONFIRMED · NARROWED · or REJECTED.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12: From Models to Systems</dc:title>
  <dc:subject>PptxGenJS Presentation</dc:subject>
  <dc:creator>Sam Urmian</dc:creator>
  <cp:lastModifiedBy>Sam Urmian</cp:lastModifiedBy>
  <cp:revision>1</cp:revision>
  <dcterms:created xsi:type="dcterms:W3CDTF">2026-05-17T12:53:04Z</dcterms:created>
  <dcterms:modified xsi:type="dcterms:W3CDTF">2026-05-17T12:53:04Z</dcterms:modified>
</cp:coreProperties>
</file>