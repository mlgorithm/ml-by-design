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6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Representation Learning &amp;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Foundation Models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per-task accuracy to reusable structure.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routing model — reborn six times this term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never reuses anything.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0292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WASTE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Each version of the model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is born from zero.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— if anything 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could transfer?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52160" y="2194560"/>
            <a:ext cx="5882335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219456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331720"/>
            <a:ext cx="5653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EVERY 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2743200"/>
            <a:ext cx="5653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Registrar exports · help-desk corpus · canonical question lists.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520440"/>
            <a:ext cx="5882335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352044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657600"/>
            <a:ext cx="5653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LABEL 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4069080"/>
            <a:ext cx="5653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Each term, slightly different routing categories.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52160" y="4846320"/>
            <a:ext cx="5882335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484632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4983480"/>
            <a:ext cx="5653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FROM SCRATCH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5394960"/>
            <a:ext cx="5653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Last term's model deleted. Last term's vocabulary forgotten.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unit of value is no longer per-task accuracy — it is whether the model learns a SPACE in which the next task becomes easier.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six moves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one-shot models to reusable space.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Reusable space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as change of coordinates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Source of pressure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· self-supervised · contrastive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Linear probe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diagnostic of reuse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Adaptation ladder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→ LoRA → full fine-tune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Context-dependent representation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8277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8277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1157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41157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Reuse plan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41157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 deliverable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Solve the task — or learn a SPACE?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a reusable representation actually what's helping?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200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 tied to ONE label set.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743200" y="388620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233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→ retrain from scratch. Nothing transfers.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REPRESENTATION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Similar inputs cluster for reasons LARGER than the routing label.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595360" y="388620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0233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task → lightweight readout on top of the same encoder.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do we KNOW the reusable representation is actually what's helping?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Representation = change of coordinates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that holds the chapter together.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Representation learning  =  learning transformations of data that make useful structure easier to detect, compare, transfer, or predict from.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5486400" cy="22860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Classes overlap.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Neighborhoods meaningless.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5486400" cy="22860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38328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SPACE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9776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Filled circles cluster.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Empty circles cluster.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Gap opens up between them.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WEAK downstream model on a STRONG representation can beat a STRONG downstream model on weak inputs.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Representation · Embedding · Feature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terms — one chapter convention.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6576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1190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Any learned internal structure.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88109" y="4572000"/>
            <a:ext cx="9144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70916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general term. Includes hidden layers, embeddings, learned filters.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6576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36338" y="2926080"/>
            <a:ext cx="31190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Vector in a learned CONTINUOUS space where GEOMETRIC relationships encode meaning.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38648" y="457200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6338" y="470916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distance &amp; direction matter.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6576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86877" y="2926080"/>
            <a:ext cx="31190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Hand-crafted OR learned.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89186" y="457200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6877" y="4709160"/>
            <a:ext cx="31190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widest umbrella — pre-DL term still in heavy use.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makes a representation reusable?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conditions to check before claiming transfer.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50148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50148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463040" y="242316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INVARIANCES CAPTURED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971800"/>
            <a:ext cx="431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Stable under label-preserving transforms?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2194560"/>
            <a:ext cx="550148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2194560"/>
            <a:ext cx="550148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5888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238848" y="242316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PRESERVED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38848" y="2971800"/>
            <a:ext cx="431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Does a probe show the target signal is accessible?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550148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51960"/>
            <a:ext cx="550148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463040" y="448056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MISMATCH TOLERATED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5029200"/>
            <a:ext cx="431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far is pretraining from the target?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33008" y="4251960"/>
            <a:ext cx="550148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3008" y="4251960"/>
            <a:ext cx="550148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5888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238848" y="4480560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COST CONTAINED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38848" y="5029200"/>
            <a:ext cx="431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Is a linear probe or small adapter enough?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questions across word embeddings, visual encoders, audio, and tabular foundations.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Embeddings &amp; cosine — a tiny example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encodes meaning. Magnitude encodes something else.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e_exam   =  [ 0.9 , 0.7 ]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e_quiz    =  [ 0.8 , 0.6 ]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e_guitar =  [ 0.1 , 0.95 ]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4160520"/>
            <a:ext cx="45720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976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e_exam · e_quiz    ≈  1.14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e_exam · e_guitar ≈  0.76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5425135" cy="39319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03120"/>
            <a:ext cx="41148" cy="3931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697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cos(eᵢ, eⱼ)  =  (eᵢ⊤ eⱼ)  /  (‖eᵢ‖ · ‖eⱼ‖)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37960" y="3749040"/>
            <a:ext cx="109728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88620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Related academic terms point in CLOSER directions than an unrelated music term.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direction reads as meaning. Magnitude is a separate signal — about scale or confidence.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989320"/>
            <a:ext cx="4114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98932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Embedding neighborhoods are EVIDENCE-bearing summaries — not ground-truth meaning. Model-dependent, dataset-dependent.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Where reusable structure comes from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sources of supervisory pressure.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474720"/>
                <a:gridCol w="484632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TARGET comes from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PRESSURES the rep to learn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SUPERVISED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labels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task-specific discriminative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SELF-SUPERVISED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 itself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 structure · invariances ·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TRANSFER / ADAPTATION</a:t>
                      </a:r>
                      <a:endParaRPr lang="en-US" sz="14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downstream labels AFTER pretraining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 to target task or 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source of supervision shapes WHAT the representation becomes good at.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Self-supervised learning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manufactured from the data itself.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Self-supervised learning generates training targets from the data itself — rather than relying on external human labels.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11277295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MASKED-LANGUAGE LOSS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L_mask(θ)  =  −(1 / |M|)  ·  Σᵢ∈M  log p_θ( xᵢ | x̃ 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2682164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754880"/>
            <a:ext cx="26821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892040"/>
            <a:ext cx="240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&amp; PREDICT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525780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Hide tokens, predict them from context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22244" y="4754880"/>
            <a:ext cx="2682164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2244" y="4754880"/>
            <a:ext cx="26821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9404" y="4892040"/>
            <a:ext cx="240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9404" y="525780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Encode → bottleneck → decode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7288" y="4754880"/>
            <a:ext cx="2682164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7288" y="4754880"/>
            <a:ext cx="26821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4448" y="4892040"/>
            <a:ext cx="240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TWO VIEWS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4448" y="525780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augmentations of one image agree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52331" y="4754880"/>
            <a:ext cx="2682164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331" y="4754880"/>
            <a:ext cx="2682164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491" y="4892040"/>
            <a:ext cx="240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89491" y="525780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Next-token / next-segment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126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pretext task is not the final goal.  It is PRESSURE.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Contrastive learning &amp; InfoNCE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same-thing close · different-things far.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InfoNCE  =  −log  [  exp( sim(z, z*) / τ )  /  Σⱼ exp( sim(z, zⱼ) / τ )  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3576218" cy="2377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97764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Sharpens or softens the contrast.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Small τ → harsh penalties; large τ → mushy.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07738" y="3749040"/>
            <a:ext cx="3576218" cy="2377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374904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898" y="397764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0618" y="452628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SimCLR — same mini-batch.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MoCo — momentum memory bank.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CLIP — paired captions.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8277" y="3749040"/>
            <a:ext cx="3576218" cy="23774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374904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5437" y="397764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41157" y="452628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Lower bound on mutual information between two views.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Makes invariance explicit.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Autoencoders &amp; multimodal alignment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ways to pressure the space.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9319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L_rec  =  ‖ x − g(f(x)) ‖²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0" y="420624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3434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ratio creates pressure.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1000-d input → 10-d bottleneck = real compression.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900-d = mostly copying.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ALIGNMENT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71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sim(z_image, z_caption)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sim with mismatched pairs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95360" y="420624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3434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caption · audio + transcript · image + report.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across modalities share the same vector space.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Transfer learning begins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once. Reuse many ways.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Transfer learning  =  reusing knowledge learned on one task, dataset, or objective to improve performance on another.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3728" y="3474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61008" y="365760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1008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5168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PRETRAINING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0888" y="4663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unlabelled / weakly labelled corpus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42336" y="4617720"/>
            <a:ext cx="23774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98368" y="3474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5648" y="365760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5648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89808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ENCODER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35528" y="4663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a fixed feature extractor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76976" y="4617720"/>
            <a:ext cx="23774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33008" y="3474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0288" y="365760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0288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24448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70168" y="4663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narrow, clearest diagnostic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11616" y="4617720"/>
            <a:ext cx="23774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67648" y="3474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E8F4FD"/>
          </a:solidFill>
          <a:ln w="16510">
            <a:solidFill>
              <a:srgbClr val="0077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64928" y="3657600"/>
            <a:ext cx="365760" cy="3657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4928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59088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IF NEEDED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04808" y="4663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→ full fine-tune; LoRA / adapters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Lower layers tend to transfer most generally. Stronger source models usually transfer better — not uniformly.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linear probe — first diagnostic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but the cleanest claim you can make.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Setup —  h(x) is FROZEN.  Train only a linear classifier  g_φ.  If  g_φ(h(x))  is strong, the target is LINEARLY ACCESSIBLE in the frozen space.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486400" cy="27432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CLAIM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Linearly accessible signal in the frozen representation.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337560"/>
            <a:ext cx="5486400" cy="274320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337560"/>
            <a:ext cx="548640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337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CLAIMS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0690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“Causal encoding of human concept.”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“Robust under shift.”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“No deeper head could have rescued it.”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Probe FIRST when you want to test the representation — not hide it behind a fancy head.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adaptation ladder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depth of adaptation to depth of evidence.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828800"/>
                <a:gridCol w="2286000"/>
                <a:gridCol w="29260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clarity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ceiling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LINEAR PROBE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if target differs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PARTIAL FINE-TUNING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FULL FINE-TUNING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if shift is 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LoRA / ADAPTERS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with less compute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577840"/>
            <a:ext cx="11277295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5577840"/>
            <a:ext cx="41148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5577840"/>
            <a:ext cx="11048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Full fine-tuning on small label sets RISKS catastrophic forgetting — the pretrained signal is overwritten.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LoRA — parameter-efficient fine-tuning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a low-rank subspace · zero deployment overhead.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=  W₀  +  ΔW          ΔW  =  B  ·  A          r  ≪  min(d_in, d_out)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4048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069080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48056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d_out · d_in   →   r · (d_out + d_in)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34924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2–3 orders of magnitude smaller.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07738" y="384048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7738" y="384048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4898" y="4069080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START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44898" y="448056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 B = 0, A random  →  ΔW = 0 at start.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90618" y="534924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identical to the pretrained model.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8277" y="3840480"/>
            <a:ext cx="3576218" cy="22860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384048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5437" y="4069080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INFERENCE 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95437" y="448056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 W₀ + B·A  before serving.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41157" y="534924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 shape · no extra latency.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hypothesis — task-specific specialization lives in a LOW-RANK subspace of the pretrained weight matrix.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real result — low labels reward RESTRAINT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the encoder still beats aggressive tuning.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5760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suggests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Raw-feature logistic regression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0.555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baseline under low labels +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Frozen encoder  +  linear probe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0.680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representation already exposes useful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Frozen encoder  +  learned head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0.687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richer head helps — modestly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Partial fine-tuning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0.568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adaptation can OVERFIT before it helps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Full fine-tuning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0.573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 tuning ERASES the advantage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Low-label adaptation often rewards RESTRAINT and good diagnostics.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Attention — context-dependent representation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borrows from whichever others matter.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82296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Attention computes context-dependent WEIGHTED COMBINATIONS — each element focuses on the most relevant parts of the input.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1277295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54680"/>
            <a:ext cx="11277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scoreⱼ  =  (q⊤ kⱼ) / √d         αⱼ  =  softmax(score)ⱼ         c  =  Σⱼ αⱼ vⱼ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5486400" cy="14173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846320"/>
            <a:ext cx="41148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“BANK” in a FINANCE sentence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349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Borrows from “loan,” “deposit,” “transfer” → ends up near financial concepts.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4846320"/>
            <a:ext cx="5486400" cy="14173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846320"/>
            <a:ext cx="41148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983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“BANK” in a RIVER sentence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5349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Borrows from “water,” “shore,” “current” → ends up near geographic concepts.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199632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starting token — different ending representation. Static embedding never could.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Multi-head, position &amp; failure modes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 that make attention practical.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40233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 mixers in parallel — each with own W_Q, W_K, W_V.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Per-head dim  d_k = d / 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8109" y="466344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00600"/>
            <a:ext cx="32104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compute stays O(n² d).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context  →  4×  compute + memory.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40233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898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0618" y="297180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Attention is permutation-equivariant.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Add sinusoidal PE so order matters.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38648" y="466344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0618" y="4800600"/>
            <a:ext cx="32104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“Dog bites man”  ≠  “man bites dog.”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40233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5437" y="2423160"/>
            <a:ext cx="3301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SATURATION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41157" y="2971800"/>
            <a:ext cx="32104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αⱼ ≈ 1, rest ≈ 0  →  gradient flat.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Or all αⱼ ≈ 1/N  →  head distinguishes nothing.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89186" y="4663440"/>
            <a:ext cx="914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1157" y="4800600"/>
            <a:ext cx="32104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via per-head attention entropy.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Foundation models — a workflow shift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bigger artifact. A new reuse pipeline.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foundation model is a broadly pretrained model intended to support adaptation across many downstream tasks — often across domains or modalities.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112772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37560"/>
            <a:ext cx="54864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3375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labeled downstream data → train from scratch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3337560"/>
            <a:ext cx="4053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overgeneralizing one-task results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70248"/>
            <a:ext cx="11277295" cy="8686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270248"/>
            <a:ext cx="54864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702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+ ADAPT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427024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unlabeled source + target labels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0" y="4270248"/>
            <a:ext cx="4053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assuming transfer without checking shift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202936"/>
            <a:ext cx="1127729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202936"/>
            <a:ext cx="54864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202936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FOUNDATION-MODEL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5202936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broad data → pretrain → adapt → evaluate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0" y="5202936"/>
            <a:ext cx="4053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mistaking fluency for grounded reliability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Foundation models are better understood as REUSABLE PIPELINES than as single fixed artifacts.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Prompting · retrieval · fine-tuning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 model — three different CLAIMS.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3108960"/>
                <a:gridCol w="274320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if misread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PROMPTING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/ local behavior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 has the skill — needs framing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mistaking better phrasing for new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RETRIEVAL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available at inference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need current, auditable external info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blaming the model for missing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FINE-TUNING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predictor itself (parameter updates)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task-specific behavior beyond prompting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crediting the base model for downstream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Prompting gain → behavior-design claim. Retrieval gain → evidence-access claim. Fine-tuning gain → task-adaptation claim.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Reuse &amp; Adaptation Plan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fields that make transfer testable.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772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written clearly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Source representation / model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pretrained encoder / embedding / foundation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Source objective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pretraining task or data produced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Target task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downstream problem we're solving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Expected domain shift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new setting differs from the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First diagnostic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probe, frozen features, retrieval-only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Adaptation depth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· retrieval · probe · partial · full tuning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Alternative explanations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else besides reuse could explain the 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Evidence needed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justify claiming reuse is genuinely helping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Interpretation boundary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probe / fine-tune DOES NOT prove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Framing → Metric → Evaluation → Baseline → Structural → Training → Reuse Plan.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·  REPRESENTATION LEARNING &amp; FOUNDATION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Five mistakes that confuse reuse with evidence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inflates the claim — none of them improve the model.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19456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Reading embedding NEIGHBORS as MEANING.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Model-dependent. Not ground truth.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53512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5351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953512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Skipping the linear PROBE.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powerful head HIDES a brittle representation.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12464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124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712464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Assuming self-supervision solves LABEL SCARCITY.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Only when pressure matches downstream needs.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71416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71416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7141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471416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Misattributing transfer gains.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 vs retrieval vs prompt vs fine-tune.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230368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230368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23036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80160" y="5230368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Treating ATTENTION MAPS as explanation.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They say where the model looked — not why it inferred.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Reuse claims need the same evidence discipline as baseline claims — just routed through a different chain.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Representation learning is a CHANGE OF COORDINATES.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Not a bigger model.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encodes meaning · magnitude is a separate 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PROBE is the cleanest first diagnostic of reuse.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adaptation DEPTH to the depth of evidence you have.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data-dependent weighted averaging — useful, not explanatory.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multiply the claims you must defend — not reduce them.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6a — Generative representations · sampling &amp; steering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7 — Vision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 — Language &amp; grounding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Reuse &amp; Adaptation Plan for one target task — including the first clean diagnostic AND one alternative explanation you would have to rule out.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6: Representation Learning and Foundation Models</dc:title>
  <dc:subject>PptxGenJS Presentation</dc:subject>
  <dc:creator>Sam Urmian</dc:creator>
  <cp:lastModifiedBy>Sam Urmian</cp:lastModifiedBy>
  <cp:revision>1</cp:revision>
  <dcterms:created xsi:type="dcterms:W3CDTF">2026-05-16T23:38:48Z</dcterms:created>
  <dcterms:modified xsi:type="dcterms:W3CDTF">2026-05-16T23:38:48Z</dcterms:modified>
</cp:coreProperties>
</file>