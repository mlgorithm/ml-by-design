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9b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Tabular Data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modality you will actually meet.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Heterogeneous columns · leakage zoo · calibration discipline.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“just use a deep network” usually LOSES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20-column student-week table walks 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51206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row  =  student-week.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20–40 columns: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lecture minutes · forum posts · prior-term GPA · registration timing · major · instructor.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 — submitted by deadline?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425135" cy="3931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94560"/>
            <a:ext cx="41148" cy="3931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86000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51965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MLP is a reasonable instinct.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And it is BEATEN — in minutes — by a default LightGBM.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(Grinsztajn 2022 · many others.)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bottleneck on tabular data is rarely the MODEL FAMILY. It is the data preparation and the evaluation protocol.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five blocks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modality to the Tabular Design Card.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Tabular as a modality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columns · informative missingness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Gradient-boosted trees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baseline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Encoding &amp; leakage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· OOF · the leakage zoo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Calibration &amp; shift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probabilities · distribution shift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Design card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deliverable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Tabular is its OWN modality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defining features.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COLUMNS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194560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Continuous · ordinal · nominal · datetime · count · ID.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53512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535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95351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AS INFO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95351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“null” is often a SIGNAL — not random noise.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12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71246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71246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Gradient-boosted decision trees (LightGBM · XGBoost · CatBoost).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471416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714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4714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47141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Often legally required (credit · insurance · clinical).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3036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303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230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REALITIES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523036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Daily retrain · slice-based monitoring · schema drift.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Modality audit BEFORE training — column types · informative missing · row entity · time field · high-cardinality categoricals.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Missingness IS information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· and keep the flag.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6576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Impute to column mean.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Discard the indicator.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outage becomes invisible.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Impute  AND  retain  is_missing  flag.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Add  time_since_last  if temporal.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 income blank      →  declined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 last_login null    →  never logged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 lab grade missing →  student didn't take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 tabular data, missingness frequently IS the signal an early-warning model should pick up.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Gradient boosting in one page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each new tree to the negative gradients.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F_m(x)  =  F_{m−1}(x)  +  ν · h_m(x)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r_i^(m)  =  −  ∂ ℓ / ∂ F(x_i)  |_{F = F_{m−1}}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2682164" cy="14630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5402" y="39776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5402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43484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Start  F_0  =  ȳ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22244" y="3840480"/>
            <a:ext cx="2682164" cy="14630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446" y="39776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446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9404" y="443484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Compute pseudo-residuals r_i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7288" y="3840480"/>
            <a:ext cx="2682164" cy="14630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45490" y="39776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549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4448" y="443484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Fit a stump (or shallow tree) to 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331" y="3840480"/>
            <a:ext cx="2682164" cy="14630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10533" y="39776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0533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89491" y="443484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Shrink by  ν  ∈ [0.05, 0.1]  and add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loss → per-example margin gap.  Learning rate 0.05–0.1. Twenty lines of NumPy.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Second-order split finding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gain from g and 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 weight  w*_I  =  −  Σ g_i  /  ( Σ h_i  +  λ 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 =  ½ [ G_L² / (H_L+λ)  +  G_R² / (H_R+λ)  −  (G_L+G_R)² / (H_L+H_R+λ) ]  −  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983480"/>
            <a:ext cx="11277295" cy="14630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983480"/>
            <a:ext cx="41148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0292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TRICK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394960"/>
            <a:ext cx="11048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Bucket feature values into ~255 bins. Split-search drops from O(N) to O(B). That's what makes XGBoost / LightGBM fast.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trees win on tabular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structural reasons.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INVARIANCE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194560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Splits are threshold comparisons.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53512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535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95351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MIXED-TYPE HANDLING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95351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Continuous, categorical, ordinal — all native.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12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71246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UNINFORMATIVE FEATURES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71246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Trees ignore them. No gradient pressure.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471416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714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4714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47141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Learned default direction per split.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3036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303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230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EFFICIENCY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523036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Strongest in the 10⁴ – 10⁷ row regime.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O(N·F) memory floor — a 10M-row × 200-feature problem fits in main memory. Deep tabular models often don't.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Neural tabular methods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up — rarely dominating.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2104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Small–mid tabular w/ categorical structure.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Sequential attention over features.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4231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FT-Transformer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90618" y="3017520"/>
            <a:ext cx="32104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Small–large with enough data.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Attention over numeric + categorical tokens.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4231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41157" y="3017520"/>
            <a:ext cx="32104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Very small (≤ 1000 rows).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Pretrained meta-learner — no per-dataset training.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77295" cy="12801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66360"/>
            <a:ext cx="41148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21208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WITH REASON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Scale  ·  multi-task  ·  text-rich columns  ·  multimodal fusion.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Otherwise — the boosted tree is still the right default.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Categorical encoding — beyond one-hot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options for high-cardinality columns.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5029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ORDINAL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per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OK · linear / NN NO  (fake order)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TARGET ENCODING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Mean-target per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Powerful — and LEAK-PRONE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FREQUENCY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 as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· ignores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EMBEDDING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dense vector per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 neural tabular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HASHING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Bucketed via a hash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cardinality · bounded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case — “instructor section” (~200 values)  →  target encoding.   “major” (~40 values)  →  one-hot.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Datetime · counts · interactions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columns that actually help.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931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104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day-of-week  ·  hour  ·  month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holiday flag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time-since-event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8109" y="47548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89204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sin/cos for cyclic in linear / NN.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0618" y="2926080"/>
            <a:ext cx="32104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clicks · mean session length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 days active · count of late submissions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38648" y="47548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489204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row-level rows to entity-week features.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9319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1157" y="2926080"/>
            <a:ext cx="32104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 discover them NATIVELY.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RATIOS (late / total) still help.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89186" y="47548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489204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Hand-engineer the ones with a story.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“Hours BEFORE the assignment deadline” is dramatically more useful than the raw timestamp.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Naive target encoding LEAKS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row's own label ends up in its feature.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df['section_te']  =  df.groupby('section_id')['y'].transform('mean')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41148" cy="13716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862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11048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 row i in section s,  ŷ_s  =  (1 / |s|) Σ_{j ∈ s}  y_j  INCLUDES  y_i.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|s| = 1, the feature EQUALS the label.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5349240"/>
            <a:ext cx="41148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349240"/>
            <a:ext cx="11048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Cross-validation scores look SPECTACULAR. Deployment performance COLLAPSES.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Out-of-fold target encoding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disciplined fix · with smoothing.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ỹ_c  =  ( n_c · ȳ_c  +  m · ȳ )  /  ( n_c  +  m 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— rare categories shrink toward the global mean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1277295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49040"/>
            <a:ext cx="41148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947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CONDITION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16052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ŷ_s(i)  =  E[Y | S = s]  estimated from rows EXCLUDING row i.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Folds must match the deployment split — group-aware or temporal.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11277295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212080"/>
            <a:ext cx="41148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578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Section A {1, 1, 0, 1}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62356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  ŷ_A = 0.75   ·   OOF for row 1 with leave-one-out = 2/3 ≈ 0.67   ·   smooth toward global mean 0.571.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tabular leakage ZOO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 · each with its own fix.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6858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TARGET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194560"/>
            <a:ext cx="6248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Feature computed AFTER the label is known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77295" cy="6858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26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926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CONTAMINATION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926080"/>
            <a:ext cx="6248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 split when TIMESTAMPS exist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1277295" cy="6858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57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657600"/>
            <a:ext cx="6248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ENTITY in train and test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11277295" cy="6858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389120"/>
            <a:ext cx="54864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389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LABEL-DERIVED FEATURE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389120"/>
            <a:ext cx="6248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Snapshot taken AFTER the deadline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120640"/>
            <a:ext cx="11277295" cy="6858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120640"/>
            <a:ext cx="54864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1206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120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LEAKAGE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5120640"/>
            <a:ext cx="6248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Global scaler / target encoder fit on TEST data too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— at the moment the model would actually be used — is this column populated AND the same value as at training?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Tree ensembles RANK well · calibrate POORLY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rankers · indifferent probabilities.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boosted score of 0.8  ≠  “80% positive.”  Without calibration, the probability is just a ranking ordinal.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2682164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5402" y="356616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5402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Reserve a CALIBRATION fold.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22244" y="3337560"/>
            <a:ext cx="2682164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446" y="356616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446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9404" y="4069080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on the train fold.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7288" y="3337560"/>
            <a:ext cx="2682164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45490" y="356616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549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4448" y="4069080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Fit Platt OR isotonic on calibration.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331" y="3337560"/>
            <a:ext cx="2682164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10533" y="356616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0533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89491" y="4069080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Report ECE on the TEST fold.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440680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 forests are often accidentally CLOSER to calibrated (averaging pulls extremes inward). Boosting doesn't average.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calibration MATTERS operationally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Ranking-only vs probability use.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RANKING-ONLY 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Top-200 fraud alerts.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Review queue ordered by score.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61772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adds NOTHING.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USE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 rules.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Cost-sensitive abstention.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Downstream probabilistic ensemble.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61772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MANDATORY.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quantile regression forests for intervals · NGBoost for distributional output.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Distribution shift in tabular deployment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 · three monitors.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SHIFT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Per-feature KS · chi-square · PSI · JSD.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43891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when any feature drifts.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6338" y="292608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Column renamed · units changed · new category value.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43891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45262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+ contract test.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PATTERN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86877" y="292608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5%  →  60% missing due to upstream failure.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438912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452628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missingness monitor.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shift has its OWN monitor. Alerts should trigger INVESTIGATION — not auto-retrain.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Tabular monitoring stack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 every deployed model needs.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DRIFT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194560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KS · chi-square · PSI · JSD.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53512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535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95351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RATES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95351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Per-feature · time-windowed.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12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71246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71246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Block writes on type / cardinality changes.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471416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714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4714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DRIFT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47141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Score histogram vs baseline.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3036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303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230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PRECISION / RECALL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523036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 operating threshold · last week's labels.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Slice-based monitoring is the DAILY job. Schema drift is one of the most common silent failures.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Tabular Design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fields that pin down the deployment commitment.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written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Prediction task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· regression ·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Row identity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unit each row represents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Time boundary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· validate · test by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Feature inventory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+ type + provenance per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Missingness policy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 + indicator + time-since-last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Categorical encoding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Per-column rule + OOF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Validation protocol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/ temporal / random splitter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Calibration plan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 / isotonic on a held-out 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Operating point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+ expected flag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Shift monitoring + retrain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+ cadence +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Known leakage risks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AUDITED · 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depth-6 · 500 trees · lr 0.05 · OOF target encoding (m=20) · isotonic on weeks 9–10 · threshold 0.35.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Filled example — missed-submission predictor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design card out loud.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&amp;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Row  =  student-week.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wks 1–8 · validate 9–10 · test 11–12.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Retrain Mondays 6 AM.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POINT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6338" y="292608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Isotonic on weeks 9–10.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 0.35.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Expected flag rate ~12%.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TRIGGERS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6877" y="292608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KS &gt; 0.15 sustained 2 weeks.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Missingness ±20 pp.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Precision &lt; 0.5 for a sliced cohort.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SHAP top-3 explanations to course-support staff. Integration test injects synthetic PERFECT LEAKAGE to verify the OOF encoder rejects it.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9B  ·  TABULAR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Seven recurring failures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a long postmortem trail behind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Naive target encoding (leak).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11277295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98064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980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798064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 splits on grouped or TEMPORAL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11277295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01568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015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401568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Imputing without keeping a MISSINGNESS FLAG.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11277295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05072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05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005072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Reporting AUROC when the THRESHOLD matters.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08576"/>
            <a:ext cx="11277295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608576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6085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608576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Treating ensemble probabilities as CALIBRATED.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212080"/>
            <a:ext cx="11277295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12080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12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52120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SCHEMA VALIDATION in deployment.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815584"/>
            <a:ext cx="11277295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815584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8155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5815584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Throwing a deep network at it BEFORE the tree baseline is solid.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is the modality where the cost of getting the DISCIPLINE wrong is most directly visible in the product.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Tabular is its OWN modality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modality you will actually meet.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columns · informative missingness · daily retrain — non-negotiable.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are the default. Escalate to neural with REASON.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target encoding LEAKS the label. Use OOF + smoothing + deployment-matching splits.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RANK well · CALIBRATE poorly. Platt or isotonic on a held-out fold.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covariate · schema · missingness shift with SEPARATE monitors.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 — Experiments &amp; claims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 — Reliability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 — Models → systems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Tabular Design Card for a real-time fraud-detection model. Be concrete about row identity, time boundary, missingness policy, operating point. Identify at least TWO leakage risks specific to the setting.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9b: Tabular Data</dc:title>
  <dc:subject>PptxGenJS Presentation</dc:subject>
  <dc:creator>Sam Urmian</dc:creator>
  <cp:lastModifiedBy>Sam Urmian</cp:lastModifiedBy>
  <cp:revision>1</cp:revision>
  <dcterms:created xsi:type="dcterms:W3CDTF">2026-05-17T11:58:07Z</dcterms:created>
  <dcterms:modified xsi:type="dcterms:W3CDTF">2026-05-17T11:58:07Z</dcterms:modified>
</cp:coreProperties>
</file>