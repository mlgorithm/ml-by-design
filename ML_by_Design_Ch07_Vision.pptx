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7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Vision: Learning from Images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Invariance · locality · shortcuts · deployment-camera realism.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same object, many pixel arrays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pedestrian — different pixels.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useful visual representation must preserve what matters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and IGNORE what should not change the answer.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709160"/>
            <a:ext cx="3657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shouldn't begin with architecture names. It begins with 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Which variations preserve the label?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Which should CHANGE it?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2513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94560"/>
            <a:ext cx="5242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SUN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182112"/>
            <a:ext cx="542513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82112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182112"/>
            <a:ext cx="5242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DUSK GLARE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4169664"/>
            <a:ext cx="542513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169664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169664"/>
            <a:ext cx="5242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HEADLIGHT GLARE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5157216"/>
            <a:ext cx="542513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5157216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157216"/>
            <a:ext cx="5242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OCCLUSION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Running case — a campus-shuttle pedestrian detector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camera · low-mounted · forward-facing.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Low-speed campus shuttle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Forward-facing dashboard cam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Mounted low behind windshield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Task:  pedestrian DETECTION (not classification).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CAMERA SEES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Windshield glare and dashboard reflections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Raindrops and smear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Seasonal shadows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 scale change (far → close)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 mount alters geometry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image is not the world. It is the output of a CAMERA — lens, mounting position, exposure, environment.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 from pixels to deployment realism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turns one design question into a habit.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Frame the task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detection · segmentation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Invariance audit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preserve the label?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Convolution &amp; pooling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· equivariance · receptive fields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Augmentation &amp; transfer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Label-preserving claims · pretrained backbones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Distrust correctly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learning · slice breakdown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Camera realism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 · the Design Card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invariance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should — and should not — change the label.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Before training — state what should PRESERVE the label, what should CHANGE it, what the deployment camera will produce, and what spatial detail the task needs.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50148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LABEL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13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translation · mild lighting · modest blur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3008" y="3337560"/>
            <a:ext cx="550148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333756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888" y="34747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LABEL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5888" y="3840480"/>
            <a:ext cx="513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Remove the pedestrian · swap for a sign · switch task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550148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92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2920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REALITY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513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 mount · windshield glare · dusk · night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4892040"/>
            <a:ext cx="550148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4892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5888" y="502920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DETAIL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15888" y="5394960"/>
            <a:ext cx="513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Classification tolerates blur · segmentation demands edges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Task first — architecture later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detection · segmentation answer different questions.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“pedestrian present:  yes”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379476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3192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Image-level label.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 when only PRESENCE matters.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88036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[x_min, y_min, x_max, y_max]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379476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393192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Bounding box.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 when LOCATION or COUNT matters.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1157" y="288036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per-pixel mask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379476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393192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 when REGION SHAPE and BOUNDARIES matter.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of the biggest mistakes — asking “CNN or Transformer?” BEFORE asking what output is actually required.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Detection math — IoU + NMS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quality and de-duplication.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IoU(B, G)  =  |B ∩ G|  /  |B ∪ G|              hit  ⇔  correct class  +  IoU &gt; 0.5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LINKED PREDICTIONS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1.  Is there an object here?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2.  What class?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3.  How should the box move?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5486400" cy="23774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84048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Sort by score · keep top · drop any remaining box with IoU &gt; threshold.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Soft-NMS for adjacent true objects.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Class-aware NMS for multi-class.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detector emits HUNDREDS of candidate boxes per image — NMS reduces the crowd to one box per object.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Segmentation metrics — IoU &amp; Dice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masks are HARD.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|M ∩ G|  /  |M ∪ G|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48640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|M ∩ G|  /  ( |M| + |G| 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11277295" cy="23317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14800"/>
            <a:ext cx="41148" cy="2331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MASKS ARE HARD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52628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Missing TWENTY pixels on a large road region barely changes the score.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Missing TWENTY pixels on a pedestrian silhouette can erase an arm or a leg.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5532120"/>
            <a:ext cx="13716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overlap metrics with class size and boundary importance in mind — not as if every pixel error carried equal weight.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Annotation is a modeling choice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rules shape the label space.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BOUNDARY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Person through a window?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Behind a fence?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Headless torso at image edge?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3317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5888" y="2697480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Below ~32×32 pixels often EXCLUDED.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never taught to find smaller objects.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DISAGREEMENT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 ambiguity — not carelessness.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Protocol must resolve with explicit rules.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3008" y="4023360"/>
            <a:ext cx="5501488" cy="16916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402336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416052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5888" y="4526280"/>
            <a:ext cx="513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Exclude &lt; 30% visibility → model SUPPRESSES occluded predictions → misses pedestrians behind cars.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760720"/>
            <a:ext cx="41148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760720"/>
            <a:ext cx="11048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Write down the rules BEFORE training. Label noise in vision comes from AMBIGUOUS VISIBILITY and CROP CHOICES — not random mistakes.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Convolution — a repeated local question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 · every position.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S_{i,j}  =  Σ_u Σ_v  K_{u,v}  ·  X_{i+u, j+v}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1277295" cy="77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4114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5760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Convolution matters because vision is LOCAL before it is global.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5486400" cy="18288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61772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SHARING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small filter learned once · REUSED EVERYWHERE.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Fewer parameters · more data-efficient.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4617720"/>
            <a:ext cx="5486400" cy="18288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61772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 vs INVARIANT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52120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Intermediates SHIFT when the input shifts.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Final outputs are made more INVARIANT.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example — vertical-edge filter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response is +3.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468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 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−1   0   +1 ]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−1   0   +1 ]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−1   0   +1 ]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2468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 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0    1    1  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0    1    1  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0    1    1  ]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(−1)·0  +  0·1  +  1·1   ×   3 rows   =   +3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Receptive fields &amp; pooling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· growing reach · partial invariance.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r_L  =  r_{L−1}  +  ( k_L − 1 ) · Π_{i&lt;L} s_i             three 3×3 conv stride-1  →  r₃ = 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357621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204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0332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→ LATE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edges &amp; textures  →  parts &amp; shapes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3520440"/>
            <a:ext cx="357621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35204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370332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411480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Replace a local region with its largest value.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Less sensitive to tiny shifts.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3520440"/>
            <a:ext cx="357621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35204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5437" y="370332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 vs INVARIANCE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41157" y="411480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conv:  f(T_δ X)  =  T_δ f(X)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decision:  g(T_δ X)  =  g(X)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62356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62356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Strided convs · max-pool · positional encodings BREAK exact translation invariance — a one-pixel shift can flip predictions.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Augmentation is a label-preserving CLAIM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bag of tricks — an explicit claim about the world.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772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 an augmentation only if the transformed example should STILL CARRY THE SAME LABEL in the real problem.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 (shuttle cam)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crops · brightness changes · mild blur · limited weather corruption.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530352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really sees this.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486400" cy="32004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089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108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JUSTIFIED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Vertical flips · large rotations · heavy stylization.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95360" y="530352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440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is fixed.  Lens is real.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Augmentation claim matrix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common augmentations — and when their claim is false.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claim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claim 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Random crop / translate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location does not change the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Position-relevant tasks · crops that remove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Horizontal flip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Left/right orientation is irrelevant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recognition · medical laterality · traffic signs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Color jitter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 and saturation are not defining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Ripeness grading · skin-condition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Gaussian blur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texture not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Cutout / random erasing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still clear when parts are occluded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where the erased part IS 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Large rotation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is orientation-invariant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detection · aerial imagery (up has meaning)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augmentation whose claim is false TEACHES the model a wrong invariance.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Pretrained backbones — don't train from scratch by default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ladder, not a leap.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8686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94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Raw-pixel baseline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5425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· fails on deployment slices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1127729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27248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2724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1272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CNN from scratch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127248"/>
            <a:ext cx="5425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enough labeled target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59936"/>
            <a:ext cx="112772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59936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59936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405993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Frozen backbone + linear head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4059936"/>
            <a:ext cx="5425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overfitting risk · good when labels are few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992624"/>
            <a:ext cx="1127729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992624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992624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49926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Fine-tuned detector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4992624"/>
            <a:ext cx="5425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for target shift or localization · more labels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Backbone choice is meaningful only AFTER task, annotation, and invariance claims are clear.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Shortcut learning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 looks competent because the dataset said 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vision model may look competent because the DATASET made the shortcut useful.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576218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37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 vs DOGS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31190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Classifier leans on SNOW TEXTURE — not animal shape.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07738" y="3337560"/>
            <a:ext cx="3576218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3337560"/>
            <a:ext cx="357621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3337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36338" y="3977640"/>
            <a:ext cx="31190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leans on SCANNER MARKER — not pathology.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8277" y="3337560"/>
            <a:ext cx="3576218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3337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8277" y="3337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PEDESTRIAN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6877" y="3977640"/>
            <a:ext cx="31190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Leans on CROSSING PAINT · camera height · tint.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897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 test accuracy on a narrow benchmark does NOT rule shortcuts out.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Slice breakdown reveals the wrong cue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condition tells the real story.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slice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Day · familiar camera · marked crossing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Day · familiar camera · crossing paint MASKED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Dusk · familiar camera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Night rain · familiar camera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Night rain · UNSEEN dashboard camera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CONTROLLED row (0.91 → 0.62) holds daytime, camera, scene fixed — and masks ONLY the crossing paint. That isolates the shortcut.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Nuisance-factor stress tests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predict · test · judge.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2328" y="22402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15488" y="26060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35528" y="22402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5528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PREDICT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58688" y="26060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78728" y="22402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01888" y="26060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21928" y="22402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1928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JUDGE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Nuisance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risk?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Night / low light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distant pedestrians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night clips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if shuttle runs at 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Rain on windshield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Spurious edge detections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blur · real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Unfamiliar campus zone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shortcut doesn't 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Out-of-area held-out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if routes expand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Deployment-camera realism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IS part of the task definition.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camera geometry, image quality, or capture conditions DIFFER MATERIALLY from training — the model has not yet been tested on the real problem.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CAMERA CHANGES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3667658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366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→ geometry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16298" y="4160520"/>
            <a:ext cx="3667658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6298" y="4160520"/>
            <a:ext cx="366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 → distortion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75397" y="4160520"/>
            <a:ext cx="3667658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5397" y="4160520"/>
            <a:ext cx="366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 → texture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3667658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366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 → night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16298" y="4754880"/>
            <a:ext cx="3667658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6298" y="4754880"/>
            <a:ext cx="366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dirt / rain / glare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75397" y="4754880"/>
            <a:ext cx="3667658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5397" y="4754880"/>
            <a:ext cx="366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shutter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MATRIX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daylight · dusk · night    ×    dry · rain · glare    ×    familiar · unseen camera    ×    near · mid · far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Saliency suggests · stress tests decide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localize suspicion · they don't prove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HEATMAP CAN 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Localize where the model attended.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Hint at focus.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Raise a hypothesis worth testing.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918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HEATMAP CANNOT 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Prove the cue is causal.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Settle shortcut vs concept.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Replace controlled slices.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Occlude the crosswalk paint · compare marked vs unmarked · hold out camera sources · inspect low-light frames.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Vision foundation models — a pointer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· diffusion in the pipeline · synthetic data audit.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2104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Split image into patches.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Embed as tokens.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Self-attention as in NLP.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Locality is no longer mandatory at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898" y="242316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IN THE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0618" y="3017520"/>
            <a:ext cx="32104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Augmentation engines.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Perceptual loss components.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End-to-end image-to-image.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5437" y="242316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AUDIT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41157" y="3017520"/>
            <a:ext cx="32104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Any 2026 vision audit must ask whether some training or eval images were diffusion-generated.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Different reuse claim than natural images alone.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Connects to Ch.6 (foundation models) and Ch.6a (generative representations).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Vision Design &amp; Stress-Test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fields · written BEFORE any benchmark claim.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589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 clearly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Task type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· detection · segmentation ·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Target visual signal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 shape · motion · local road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Nuisance variations to ignore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translation · lighting · mild blur · background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Variations that SHOULD change label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pedestrian · swap for 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Acceptable augmentations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crops · brightness · mild weather — NOT vertical flips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Likely shortcut risks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Crossing paint · camera height · windshield tint · crop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Pretrained backbone choice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Road-scene detector · frozen vs fine-tuned justified by labels &amp;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Deployment camera / sensor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Low-mounted dashboard cam · dusk · night · rain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Critical slices &amp; stress tests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vs unmarked · night rain · unseen cameras · close-range manual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Before reporting performance — this card MUST be written.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·  VISION: LEARNING FROM IMAGES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Common mistakes in vision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failures to connect pixels back to the real task.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Treating pixels as INDEPENDENT features (ignoring locality).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Applying augmentations without asking what they CLAIM about the world.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Declaring understanding from BENCHMARK ACCURACY alone.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63440"/>
            <a:ext cx="54864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Ignoring DATA-COLLECTION BIAS and annotation policy.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48640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486400"/>
            <a:ext cx="54864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486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280160" y="54864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Treating the DEPLOYMENT CAMERA as neutral background.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failure to connect a pixel measurement back to the real task.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Choose the OUTPUT before the BACKBONE.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Name the shortcuts before the metrics.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detection · segmentation answer different questions.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audit names what to preserve, what to change, what the camera produces.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gives equivariant local detectors · pooling adds PARTIAL invariance.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augmentation is a CLAIM about the world.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accuracy isn't proof — controlled slices and camera-source holdouts are.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 — Language: context &amp; grounding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 — Sequential &amp; structured data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implement the vertical-edge filter end-to-end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one-page Vision Design &amp; Stress-Test Card for a vision task in your own work — add the invariance and shortcut checks for the deployment camera.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7: Vision</dc:title>
  <dc:subject>PptxGenJS Presentation</dc:subject>
  <dc:creator>Sam Urmian</dc:creator>
  <cp:lastModifiedBy>Sam Urmian</cp:lastModifiedBy>
  <cp:revision>1</cp:revision>
  <dcterms:created xsi:type="dcterms:W3CDTF">2026-05-17T11:58:07Z</dcterms:created>
  <dcterms:modified xsi:type="dcterms:W3CDTF">2026-05-17T11:58:07Z</dcterms:modified>
</cp:coreProperties>
</file>