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  ·  PART IV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9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Sequential &amp; Structured Data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Prediction-Time Realism for streams, forecasts, and graphs.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tomorrow sneaks 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energy forecaster that ships a stale model.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Demand forecaster reports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MAE  =  4.2 kW.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Beats persistence by 12%.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Looks ready to ship.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5532120"/>
            <a:ext cx="3657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669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in production are erratic — and late by an HOUR.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425135" cy="3931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03120"/>
            <a:ext cx="41148" cy="3931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94560"/>
            <a:ext cx="5196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POST-MORTEM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606040"/>
            <a:ext cx="51965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Training pipeline grabbed REVISED weather observations — issued 20 minutes AFTER the hour.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Deployment only has the ORIGINAL forecast at issue time.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4983480"/>
            <a:ext cx="109728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5120640"/>
            <a:ext cx="5196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 was forecasting the PRESENT — not the future.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five moves from audit to design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audit applies across audio, forecasting, multimodal, and graphs.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Prediction-time audit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lines · before any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Task shape &amp; representation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time series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Sequence models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Transformer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Honest evaluation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splits · backtesting · baselines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Deployment realism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· drift · the design card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prediction-time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lines you write BEFORE any model.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440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EXACTLY is the prediction needed?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21945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21945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0168" y="242316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147408" y="23774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CONTEXT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47408" y="2880360"/>
            <a:ext cx="440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Which features exist AT THAT moment?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233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5196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FUTURE INFORMATION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709160"/>
            <a:ext cx="440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MUST NOT touch the model?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33008" y="40233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40233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0168" y="425196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7147408" y="42062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47408" y="4709160"/>
            <a:ext cx="440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long do you have to compute?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760720"/>
            <a:ext cx="41148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760720"/>
            <a:ext cx="11048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Architecture choices that violate ANY of the four are not solving the deployed problem.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running cases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Wake-word detector  vs  hour-ahead demand forecast.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Wake-word detector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forecast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moment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incoming audio frame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of each 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Allowed context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audio buffer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load · issued weather · calendar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Forbidden future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after the 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Realized demand · revised weather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Latency budget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  (&lt; 200 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Modest  (seconds)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Audio makes LATENCY vivid. Forecasting makes the HORIZON and BACKTESTING vivid.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audit TRAVELS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questions · different domains.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4805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moment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 future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ICU early-warning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new vital 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readings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Online fraud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transaction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transactions on the same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Predictive maintenance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machine 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sensor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Next-item recommendation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page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Subsequent interactions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audit is not audio-specific. It's the discipline that protects every sequential claim.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Task shape BEFORE model family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output does the task need?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6796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Alignment-uncertain mapping (CTC, attention)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53512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5351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SPOTTING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953512"/>
            <a:ext cx="6796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Binary at a moment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12464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1246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VERIFICATION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712464"/>
            <a:ext cx="6796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Identity — not content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471416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71416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7141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4471416"/>
            <a:ext cx="6796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Expected continuation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230368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30368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2303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5230368"/>
            <a:ext cx="6796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Deviation from continuation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Speech recognition usually IGNORES speaker identity. Speaker verification must PRESERVE it.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Audio is a REPRESENTATION problem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Time–frequency lens chosen by the task.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Nyquist:  f_s  &gt;  2 B          Spectrogram  =  energy at frequencies over windows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5486400" cy="18288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WINDOW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Better TIMING precision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Worse frequency precision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657600"/>
            <a:ext cx="5486400" cy="18288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65760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WINDOW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206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Better FREQUENCY precision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Worse timing precision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715000"/>
            <a:ext cx="11277295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715000"/>
            <a:ext cx="41148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715000"/>
            <a:ext cx="11048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spectrogram is NOT the sound itself. It is a task-shaped LENS on the sound.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Wake-word pipeline · end-to-end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 k-parameter CNN inside a 200 ms budget.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2328" y="25603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328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66848" y="306324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86888" y="25603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6888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STFT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61408" y="306324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81448" y="25603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1448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40 bands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55968" y="306324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76008" y="25603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6008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CNN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30k params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50528" y="306324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70568" y="25603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70568" y="2560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11277295" cy="23317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41148" cy="2331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6052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SPECS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11048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kHz mic · 25 ms windows · 10 ms hop  →  100 frames/sec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mel bands  →  (100 × 40) tensor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CNN — conv32-3×3 → pool → conv64-3×3 → pool → dense64 → sigmoid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806440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&lt; 0.5 false alarms / hour at &gt; 95% recall.    Focal loss / class weighting because positives are ~1 per 10 000 seconds.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Time series as an EVOLVING PROCESS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· seasonality · lag · regime change.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513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Long-term drift in the level.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1945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42316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5888" y="2880360"/>
            <a:ext cx="513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Daily / weekly / yearly cycles.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5196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DEPENDENCE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513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Recent past predicts the present.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33008" y="40233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3008" y="40233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425196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CHANGE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5888" y="4709160"/>
            <a:ext cx="513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process behaves DIFFERENTLY.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model that cannot survive REGIME CHANGE may look strong in the lab and fail in deployment.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Lag features — by hand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linear forecast from three observations.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  =  [ y_{t−2} ,  y_{t−1} ,  y_t ]⊤  =  ( 98 , 101 , 103 )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ŷ_{t+1}  =  0.2 · y_{t−2}  +  0.3 · y_{t−1}  +  0.5 · y_t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19.6  +  30.3  +  51.5  =  101.4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0" y="4572000"/>
            <a:ext cx="36576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0916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Lag features encode WHICH PAST MATTERS.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Forecasting analogue of window choice in audio.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897880"/>
            <a:ext cx="11277295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5897880"/>
            <a:ext cx="41148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897880"/>
            <a:ext cx="11048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Window too short  →  miss the cycle. Too long  →  carry stale regime.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Missingness as SIGNAL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smooth away the gap that the model needs.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9184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Impute the value · DISCARD the indicator.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outage becomes invisible.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2918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Impute the value · KEEP the missingness indicator · add time-since-last.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 system_was_offline = 1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 hours_since_last_obs = 6.5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questions — process truly continuous? · measurement failure? · absence itself an event?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Sequence models as MEMORY CHOICES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· RNN · LSTM · Transformer.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937760"/>
                <a:gridCol w="38404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Notable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HMM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latent state · forward-backward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O(T · K²)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RNN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hidden 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/ exploding gradients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LSTM / GRU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carry a near-identity pathway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per step than transformer at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TRANSFORMER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reaches t − h in ONE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O(T²)  →  context-length bottleneck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Toy task — output 1 if tone NOW matches tone 8 steps ago. Short-window model fails. Transformer easily does.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Random splits lie about sequential models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evaluations · three very different numbers.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0972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Random split of overlapping windows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 2.1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0" y="2194560"/>
            <a:ext cx="2864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and most misleading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11277295" cy="10972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83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Chronological next-month holdout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 5.8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0" y="3383280"/>
            <a:ext cx="2864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deployment reality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1277295" cy="10972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572000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572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Chronological later-SEMESTER holdout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 7.0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69680" y="4572000"/>
            <a:ext cx="2864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claim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random split looks BEST because nearby windows share almost the same recent history and regime.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Temporal leakage — the taxonomy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families · each with its own fix.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315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FUTURE-FEATURE LEAKAGE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194560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feature is computed AFTER the label is known.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11277295" cy="7315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54864" cy="7315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71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WINDOW-OVERLAP LEAKAGE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2971800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and test windows share frames.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11277295" cy="7315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49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LEAKAGE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749040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Scaler / encoder fit on the FULL dataset.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11277295" cy="7315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526280"/>
            <a:ext cx="54864" cy="7315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26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526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LABEL-DEFINITION LEAKAGE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4526280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Snapshot taken AFTER the deadline.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303520"/>
            <a:ext cx="54864" cy="7315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303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303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/ SOURCE CARRYOVER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5303520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student / patient / device in both splits.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Don't stop at “the split seems wrong.” Ask WHICH leakage family is present.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Allowed vs FORBIDDEN features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on a page.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554480"/>
                <a:gridCol w="5577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Past load at issue time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Existed at the decision moment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Issued weather forecast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Existed at issue · same as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Realized future demand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Revised weather posted later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not exist at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Recent audio buffer (wake-word)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the decision moment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Frames after the trigger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of the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a column would not be POPULATED with the same value at deployment time — it cannot be used at training.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Backtesting regimes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evaluation to the refresh schedule.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HOLDOUT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on past · test on next period.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8109" y="420624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43400"/>
            <a:ext cx="3027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one-time launch check.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82058" y="292608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Grow training set over time · re-evaluate.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38648" y="420624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2058" y="4343400"/>
            <a:ext cx="3027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system keeps accumulating data.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32597" y="292608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on most recent N · slide forward.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89186" y="420624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2597" y="4343400"/>
            <a:ext cx="3027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old data goes stale · regime drifts.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5321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Honest claim — “under weekly expanding-window retraining, the model improves 1-h forecasts; gain shrinks at 24 h.”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Naive baselines as honesty CHECKS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and seasonal repeat are not weak.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7432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y_{t+1}  =  y_t   (persistence)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hour YESTERDAY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hour &amp; day-of-week LAST WEEK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27432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energy threshold on the buffer.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No-model baseline.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77295" cy="13258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120640"/>
            <a:ext cx="41148" cy="1325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16636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53212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 sequential tasks, the first baseline is OFTEN NOT WEAK at all. It's a realism check — if you can't beat persistence, your model isn't doing forecasting.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Deployment realism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· latency · concept drift.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Mics · rooms · sensors · calibration drift.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898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36338" y="297180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Offline transcription  vs  streaming wake-word.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Budget defines the architecture.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5437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6877" y="297180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Mic replacements · weather patterns · schedules.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Monitor performance + input + prediction distributions.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669280"/>
            <a:ext cx="4114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66928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model that was sound yesterday can grow STALE — even if the training procedure was technically correct at the time.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Classical forecasting toolkit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smoothing &amp; ARIMA still earn their keep.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ℓ_t  =  α y_t  +  (1−α) ℓ_{t−1}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trend  +  seasonality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Fits in seconds.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 (p, d, q)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 — inertia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— differencing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 — shock decay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SARIMA(1,1,1)×(1,1,1)₇ captured weekly engagement at 8% MAPE.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a complex model cannot beat Holt-Winters on that kind of data — the complexity is not justified.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Multimodal extension preview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places where modalities meet.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Concatenate raw features.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Needs co-aligned clock.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6338" y="292608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Independent unimodal predictors → combine.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Robust to a missing modality.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3200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86877" y="292608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modality ATTENDS to the other.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Needs paired data.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669280"/>
            <a:ext cx="41148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71500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ABLATION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98932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Replace one stream with NEUTRAL input. If the score barely drops — that modality was DECORATIVE.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Graph extension preview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· GCN · over-smoothing.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h_v⁽ᵏ⁺¹⁾  =  φ(  h_v⁽ᵏ⁾  ,  AGG  ( { h_u⁽ᵏ⁾  :  u ∈ N(v) } )  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GCN:    H⁽ℓ⁺¹⁾  =  σ(  D̃⁻¹⁄² Ã D̃⁻¹⁄² H⁽ℓ⁾ W⁽ℓ⁾  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1277295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840480"/>
            <a:ext cx="4114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— path A − B − C − D · round 1 values 3, 6, 9, 7.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1277295" cy="1508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937760"/>
            <a:ext cx="41148" cy="1508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98348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OVER-SMOOTHING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11048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Embeddings FLATTEN as layers grow. Usually 2–4 rounds are enough.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·  SEQUENTIAL &amp; STRUCTURED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Sequential Design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· in writing.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written clearly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time &amp; horizon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prediction is needed · how far ahead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Allowed context window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features exist at decision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Forbidden future information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NOT touch the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Timestamp &amp; missingness handling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Including indicators and time-since-last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Task type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· classify · detect · transcribe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Baseline family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· seasonal · classical · neural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Split &amp; backtesting logic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Chronological · expanding · sliding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Latency budget &amp; operating mode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/ batch /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Noise &amp; drift risks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deployment monitoring must catch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filled cards exist — wake-word and demand forecaster.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Prediction-time realism is a MODELING COMMITMENT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not an evaluation footnote.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between past and future is the FIRST thing to write down.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shape and representation precede architecture.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routinely LIE about sequential models.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the refresh CADENCE · horizon belongs in the claim.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 differ mainly in HOW they store memory.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9a — Ranking &amp; exposure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9b — Tabular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 — Experiments &amp; claims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Sequential Design Card for a streaming or forecasting task you actually work on — be concrete about the four audit fields and pick the backtest regime that matches the deployment refresh.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9: Sequential and Structured Data</dc:title>
  <dc:subject>PptxGenJS Presentation</dc:subject>
  <dc:creator>Sam Urmian</dc:creator>
  <cp:lastModifiedBy>Sam Urmian</cp:lastModifiedBy>
  <cp:revision>1</cp:revision>
  <dcterms:created xsi:type="dcterms:W3CDTF">2026-05-17T11:58:07Z</dcterms:created>
  <dcterms:modified xsi:type="dcterms:W3CDTF">2026-05-17T11:58:07Z</dcterms:modified>
</cp:coreProperties>
</file>