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  ·  PART 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10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Experiments, Error Analysis,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and Scientific Claims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a number to an honest sentence.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0.3-point launch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 that wasn't.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429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11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Team claimed +0.3 pp on 9M sessions.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Result was “significant.”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week post-launch — the gain vanished.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Root cause:  a faulty time split mixed an anomalous weekend into BOTH train and holdout.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5577840"/>
            <a:ext cx="4876495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715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was not better. The experiment had simply been less honest than it looked.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Running case — the +0.004 to defend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course-support assistant.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Routes questions · retrieves syllabus/policy · sometimes escalates.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393192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690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Lexical+template  =  0.842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Contextual+grounded  =  0.846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+0.004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DETECTOR  (cross-domain)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questions — under night-rain vs daytime slices.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393192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0690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audit · same controls · same scope-bounding for the claim.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gain — revisited under stronger protocol control, repeated runs, ablations, slices.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 from score to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blocks one rival explanation.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· before the headline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Protocol &amp; reproducibility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integrity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Baselines &amp; controls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winning hard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Repeated runs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or merely lucky?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Ablation &amp; errors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gain · where it hides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 sheet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master habit — claim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BEFORE the headline.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WEAKEST CLAIM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6796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is DEFINITELY supported by the data?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STRONGER CLAIM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6796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is NOT YET supported · would need more?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754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RIVAL EXPLANATION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754880"/>
            <a:ext cx="6796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would explain the gain even if it improved?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experiment exists to CHOOSE among those sentences — not to confirm whichever one a stakeholder hoped for.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tiny-gain trap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0.4-point headlines collapse.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  <a:gridCol w="3017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Lexical  +  template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Contextual retrieval  +  grounded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Gain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846320"/>
            <a:ext cx="11277295" cy="1600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846320"/>
            <a:ext cx="41148" cy="1600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029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INTERPRETATIONS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5394960"/>
            <a:ext cx="11048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Weak baseline   ·   lucky seed   ·   hidden slice failure   ·   faithfulness loss   ·   leakage.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number is not EVIDENCE until you know what claim it supports — and what rival explanation still survives.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seven-step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the same argument.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STATE the claim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34056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34056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PROTECT the protocol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73552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CHOOSE the control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1304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813048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QUANTIFY uncertainty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52544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52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352544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ISOLATE the mechanism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89204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8920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INSPECT the failures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5431536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431536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5431536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BOUND the scope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SCORES into bounded CLAIMS by systematically blocking rival explanations.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Write the claim sheet FIRST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hindsight before tuning begins.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589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Claim in one sentence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intend to prove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Primary + guardrail metric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you optimize · score you must not regress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Strongest baseline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new system must beat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Critical slices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harm hides if averages stay clean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Randomness plan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 · runs · paired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What would change your mind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Pre-committed criteria for declaring the result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This habit is especially valuable when the expected gain is SMALL.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tool answers which doubt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diagnosis to the remedy.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71323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too WEAK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 control.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LUCKY gain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runs · paired difference.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Wrong COMPONENT got credit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Average HIDES harm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Claim too BROAD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it · name missing external evidence.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remedy targets ONE rival explanation.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Reproducibility as PREMISE CONTROL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paperwork — premise integrity.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 result can be reproduced only by the original author from MEMORY — it is not a robust experimental result. It is a fragile anecdote.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RECORD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version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22244" y="384048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2244" y="39319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13684" y="429768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7288" y="384048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7288" y="39319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78728" y="429768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331" y="384048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331" y="39319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3771" y="429768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8348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22244" y="489204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2244" y="498348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13684" y="53492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87288" y="4892040"/>
            <a:ext cx="2682164" cy="9144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7288" y="498348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78728" y="53492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Baselines — better than WHAT?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must make winning HARD.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result is not informative until it has survived a control that makes the CLAIM HARD TO WIN.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50148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832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Majority class · linear model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3383280"/>
            <a:ext cx="550148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008" y="33832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356616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5888" y="397764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Persistence · seasonal repeat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550148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84632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Lexical (BM25)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3008" y="4846320"/>
            <a:ext cx="550148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3008" y="484632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502920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SYSTEMS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5888" y="544068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Smaller sibling at same budget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Support-assistant — meaningful baseline is grounded lexical + template. NOT an ungrounded chatbot.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run is not enough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or merely lucky?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μ̂  =  (1/S) Σ x_s             σ̂  =  √ ( (1/(S−1)) Σ (x_s − μ̂)² 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486400" cy="21945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2900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 (no augmentation)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0.947 · 0.956 · 0.944 · 0.956 · 0.958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=  0.952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3429000"/>
            <a:ext cx="5486400" cy="219456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42900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 (input corruption)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069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0.153 · 0.124 · 0.142 · 0.107 · 0.098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=  0.125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Repeated runs reveal TRADEOFFS — not only stabilize a favorite metric.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sources of uncertainty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REMEDY.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918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SEED-TO-SEED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Variability across initializations · data orderings.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88109" y="411480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51960"/>
            <a:ext cx="31190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— MORE RUNS.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TEST-SET NOISE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36338" y="292608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Sampling variation in the held-out set itself.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38648" y="41148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251960"/>
            <a:ext cx="31190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— MORE HELD-OUT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918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HUMAN-RATER DISAGREEMENT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86877" y="2926080"/>
            <a:ext cx="31190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Different raters annotate differently.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9186" y="41148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251960"/>
            <a:ext cx="31190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Remedy — BETTER RUBRIC DESIGN.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runs help with SEEDS — more held-out data with TEST NOISE — rubric work with RATER disagreement.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Paired comparison beats TWO MEANS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decision actually changed.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per-example difference  d_i  =  m_new(x_i)  −  m_old(x_i)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1277295" cy="2743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41148" cy="2743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033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6 EXAMPLES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11048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  =  [ 0 , +1 , −1 , 0 , 0 , +1 ]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mean d  =  1/6  ≈  0.17     ·     4 wins · 4 ties · 2 losses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NEGATIVE entry still matters if it occurs on a high-risk question.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(Extra deadline wins  ·  but 2 unsupported visa answers.)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Power &amp; MDE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your protocol even DETECT the gain?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MDE   ≈   ( z_{1−α/2}  +  z_{1−β} )  ·  σ  ·  √( 2 / n 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7295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41148" cy="1463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86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σ = 0.01 · Δ = 0.004 · α = 0.05 · power = 0.8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11048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Required:  n  ≈  98 seeds per condition.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Practice often uses 3–5.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Most tenth-of-a-percent headlines come from protocols that COULD NOT have detected the claimed effect — even if it were real.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Fair search budgets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 method — not method + tuning.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SPLIT.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DATA snapshot.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9184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TUNING budget (epochs · trials · hours).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84048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PROMPT budget for LM systems.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38912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RETRIEVAL budget for RAG systems.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11277295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937760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937760"/>
            <a:ext cx="10454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STOPPING rule.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60720"/>
            <a:ext cx="41148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760720"/>
            <a:ext cx="11048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Fair comparison requires roughly COMPARABLE optimization effort — not just identical test data.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Multiple comparisons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exploration INFLATES the win.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≥ 1 false win among m attempts )  ≈   1  −  (1 − α)^m   ≈   m 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127729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54864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749040"/>
            <a:ext cx="9082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FULL search space — not just the winner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1277295" cy="685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526280"/>
            <a:ext cx="54864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26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4526280"/>
            <a:ext cx="9082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 choices from test reporting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77295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303520"/>
            <a:ext cx="54864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5303520"/>
            <a:ext cx="9082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 baselines AFTER seeing losers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LM work — prompt search · retrieval depth · decoding temperature — multiplies attempts SILENTLY.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Ablation — what CAUSED the gain?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bundle evidence to MECHANISM.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743200"/>
                <a:gridCol w="2743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lexical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contextual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lexical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contextual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Better RETRIEVAL explains most of the gain. Grounded generation adds some — and raises unsupported-wording RISK.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Error analysis — WHERE it fails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HIDES deployment-critical failure.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Slice A — routine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219456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/ 100  =  0.95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Slice B — visa / accommodation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38328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 30  =  0.50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77295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572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OVERALL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4572000"/>
            <a:ext cx="4967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 / 130 ≈ 0.846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32120"/>
            <a:ext cx="4114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53212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OVERALL row LOOKS FINE — and Slice B is UNACCEPTABLE.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Bias-Variance diagnostic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gap into a next MOVE.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846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High TRAIN · High TEST · Small gap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dominates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model · more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Low TRAIN · High TEST · Large gap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dominates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data · regularize · simpler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High TRAIN · Low TEST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issue · check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Re-audit splits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Floor / floor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floor reached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labels · accept ceiling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Variance can be HIDDEN when test draws from the same biased distribution as train.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errors to the NEXT experiment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 become falsifiable tests.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8463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Wrong paraphrased retrieval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bias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retrievers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Fluent answers ADD conditions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too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extractive · templated · grounded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Multilingual slice weak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data + index normalization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Night-rain detector fails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Corruption eval + 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failure triggers a CLEANER slice, sharper ablation, or pipeline redesign — not storytelling.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Prediction is NOT causation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win does not license intervention.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DANGER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Fewer help-desk visits PREDICT lower midterm grades.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06908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 to MANDATE tutoring confuses symptom with cause.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(action-grounded)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Pedestrian detector — predicting presence; action is BRAKING.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0690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062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 reliability question, not causal inference.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deployment changes TREATMENT, RESOURCES, or OPPORTUNITY — write the causal assumption EXPLICITLY in the claim sheet.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·  EXPERIMENTS, ERROR ANALYSIS, CLAIMS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Experiment Claim Sheet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rows you fill across the chapter.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Claim in one sentence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are trying to prove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Strongest baseline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must beat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Protocol assumptions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 · seeds · search budget · stopping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Sources of randomness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 · sampling · rater variability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Repeated-run summary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· std · paired wins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Essential ablations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components were tested in isolation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Critical slices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aggregate could hide harm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Remaining alternative explanations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cannot yet rule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Strongest supported claim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honest sentence the experiment earned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 the claim sheet as a TABLE FILLED THROUGHOUT the chapter — not prose written at the end.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number is not EVIDENCE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until you know what CLAIM it supports.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make winning HARD — and that's the point.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runs separate STABLE from LUCKY.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isolates MECHANISM. Slices reveal HIDDEN harm.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not CAUSATION — write the causal assumption explicitly.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experimental work doesn't insist every result end with a LARGER claim.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 — Reliability: bias, robustness, privacy, safety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 — From models to systems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— Sculley et al. 2015 · Liao 2021 (human-AI eval)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an Experiment Claim Sheet for the +0.004 grounded-assistant comparison — including the rival explanation that would still survive.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10: Experiments, Error Analysis, and Scientific Claims</dc:title>
  <dc:subject>PptxGenJS Presentation</dc:subject>
  <dc:creator>Sam Urmian</dc:creator>
  <cp:lastModifiedBy>Sam Urmian</cp:lastModifiedBy>
  <cp:revision>1</cp:revision>
  <dcterms:created xsi:type="dcterms:W3CDTF">2026-05-17T12:53:03Z</dcterms:created>
  <dcterms:modified xsi:type="dcterms:W3CDTF">2026-05-17T12:53:03Z</dcterms:modified>
</cp:coreProperties>
</file>